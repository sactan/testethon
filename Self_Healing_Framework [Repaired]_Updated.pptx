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283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18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54864" cy="5143500"/>
          </a:xfrm>
          <a:prstGeom prst="rect">
            <a:avLst/>
          </a:prstGeom>
          <a:solidFill>
            <a:srgbClr val="0096C7">
              <a:alpha val="50000"/>
            </a:srgbClr>
          </a:solidFill>
          <a:ln w="12700">
            <a:solidFill>
              <a:srgbClr val="009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" y="0"/>
            <a:ext cx="8860536" cy="4572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48CAE4">
              <a:alpha val="10000"/>
            </a:srgbClr>
          </a:solidFill>
          <a:ln w="12700">
            <a:solidFill>
              <a:srgbClr val="48CAE4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QA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Architecture &amp; Design — 6-Layer Intelligent Recovery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096C7">
              <a:alpha val="80000"/>
            </a:srgbClr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096C7">
              <a:alpha val="80000"/>
            </a:srgbClr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4.15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7180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096C7">
              <a:alpha val="80000"/>
            </a:srgbClr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096C7">
              <a:alpha val="80000"/>
            </a:srgbClr>
          </a:solidFill>
          <a:ln w="635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4068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8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8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09560" y="37490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8B5CF6">
              <a:alpha val="8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749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Vector DB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81381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51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Framework  ·  v2.0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5603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17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18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 via SelfHealingWebDriver.wrap(driver)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2121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1214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AI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322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healing from cache to LLM — stops on first match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282549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28254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026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Self-trains across test runs; smarter with every execution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35295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35295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30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JSON, CSV reports with confidence scores &amp; root cause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" y="423367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4233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434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guard ensures only high-quality heals are applied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49040" y="274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Healing Pipeline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658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execution — each layer attempts healing before escalating to the next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1005840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1005840"/>
            <a:ext cx="54864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58768" y="1133856"/>
            <a:ext cx="347472" cy="329184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1338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61104" y="10607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Quick Rules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61104" y="13075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~50ms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13075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30–40%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1664208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49040" y="1664208"/>
            <a:ext cx="54864" cy="5852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1792224"/>
            <a:ext cx="347472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17922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61104" y="171907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(H2)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61104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200–600ms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77840" y="1965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15–25%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49040" y="2322576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49040" y="2322576"/>
            <a:ext cx="54864" cy="58521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58768" y="2450592"/>
            <a:ext cx="347472" cy="329184"/>
          </a:xfrm>
          <a:prstGeom prst="rect">
            <a:avLst/>
          </a:prstGeom>
          <a:solidFill>
            <a:srgbClr val="0096C7">
              <a:alpha val="85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24505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61104" y="23774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Healenium ML Engine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61104" y="26243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500ms–2s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77840" y="26243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20–30%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49040" y="2980944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749040" y="2980944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58768" y="3108960"/>
            <a:ext cx="347472" cy="329184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31089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261104" y="30358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Fallback Engine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61104" y="32826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1–4s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77840" y="32826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15–22%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749040" y="3639312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49040" y="3639312"/>
            <a:ext cx="54864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58768" y="3767328"/>
            <a:ext cx="347472" cy="329184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58768" y="37673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61104" y="36941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LLM — Claude / Copilot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261104" y="39410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3–15s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577840" y="39410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60–80%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749040" y="4297680"/>
            <a:ext cx="5120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749040" y="4297680"/>
            <a:ext cx="54864" cy="5852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58768" y="4425696"/>
            <a:ext cx="347472" cy="329184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58768" y="44256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61104" y="43525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(Neo4j + Vector)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261104" y="45994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2–8s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577840" y="45994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 Rate: 25–35%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Deep-Dive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 for key healing layers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297680" cy="1920240"/>
          </a:xfrm>
          <a:prstGeom prst="rect">
            <a:avLst/>
          </a:prstGeom>
          <a:solidFill>
            <a:srgbClr val="132338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42976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384048" cy="292608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960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200–600 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15–25%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14600" y="1289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Ext: No (H2 DB)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14721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FastText n-gram · dim=256 · ngram 2–6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" y="1645920"/>
            <a:ext cx="4078224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691640"/>
            <a:ext cx="40782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failed locator via char n-gram → 256-dim float vector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XPath split on '|', max cosine similarity across arms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loaded from H2 vector DB, filtered by locator type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297680" cy="1920240"/>
          </a:xfrm>
          <a:prstGeom prst="rect">
            <a:avLst/>
          </a:prstGeom>
          <a:solidFill>
            <a:srgbClr val="132338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868680"/>
            <a:ext cx="4297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960120"/>
            <a:ext cx="384048" cy="29260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960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Fallback Engine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73168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1–4 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97880" y="12893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15–22%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95160" y="12893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Ext: No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73168" y="14721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strategies, sequential, stop on first match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73168" y="1645920"/>
            <a:ext cx="4078224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691640"/>
            <a:ext cx="40782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DOM Inspection: JS live attribute scan across all matching tags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Text-Based Search: contains(translate(text()…)) XPath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Fuzzy LCS Attribute Match across all DOM elements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Data Attribute Search: [data-testid], [aria-label], [name]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Structural Hierarchy: parent/ancestor chain navigation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82880" y="2926080"/>
            <a:ext cx="4297680" cy="1920240"/>
          </a:xfrm>
          <a:prstGeom prst="rect">
            <a:avLst/>
          </a:prstGeom>
          <a:solidFill>
            <a:srgbClr val="132338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2926080"/>
            <a:ext cx="4297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017520"/>
            <a:ext cx="384048" cy="292608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3017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LLM — Claude / Copilot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92608" y="33467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3–15 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17320" y="33467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60–80%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14600" y="3346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Ext: Yes — Anthropic API key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2608" y="35295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scraping → HTML snippet + JSON → Claude analysis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92608" y="3703320"/>
            <a:ext cx="4078224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3749040"/>
            <a:ext cx="40782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 captures live HTML snippet around failed element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context + JSON metadata sent to Claude claude-3-sonnet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suggests up to 5 alternative locators from page context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api.anthropic.com/v1/messages with structured prompt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663440" y="2926080"/>
            <a:ext cx="4297680" cy="1920240"/>
          </a:xfrm>
          <a:prstGeom prst="rect">
            <a:avLst/>
          </a:prstGeom>
          <a:solidFill>
            <a:srgbClr val="132338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26080"/>
            <a:ext cx="42976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017520"/>
            <a:ext cx="384048" cy="292608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93792" y="3017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773168" y="33467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2–8 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97880" y="334670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25–35%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95160" y="3346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Ext: Neo4j + H2 Vector Store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73168" y="35295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score = graph×0.6 + vector_sim×0.4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73168" y="3703320"/>
            <a:ext cx="4078224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749040"/>
            <a:ext cx="40782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Neo4j: (:Locator) –[:HEALED_TO]→ with confidence/timestamp props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DJL all-MiniLM-L6-v2 embeddings, 384-dim, cosine similarity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TemporalTrustService decays stale heals over time</a:t>
            </a:r>
            <a:endParaRPr lang="en-US" sz="78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candidates validated via live Selenium interaction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Diagram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Web Scraping + LLM Healing Flow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74720" y="667512"/>
            <a:ext cx="2194560" cy="457200"/>
          </a:xfrm>
          <a:prstGeom prst="rect">
            <a:avLst/>
          </a:prstGeom>
          <a:solidFill>
            <a:srgbClr val="1A3350"/>
          </a:solidFill>
          <a:ln w="1016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667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driver.findElement()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0" y="1124712"/>
            <a:ext cx="0" cy="32004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444752"/>
            <a:ext cx="3108960" cy="411480"/>
          </a:xfrm>
          <a:prstGeom prst="rect">
            <a:avLst/>
          </a:prstGeom>
          <a:solidFill>
            <a:srgbClr val="0D3D6B"/>
          </a:solidFill>
          <a:ln w="1016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SelfHealingWebDriver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(Transparent Wrapper)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856232"/>
            <a:ext cx="0" cy="292608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148840"/>
            <a:ext cx="2194560" cy="347472"/>
          </a:xfrm>
          <a:prstGeom prst="rect">
            <a:avLst/>
          </a:prstGeom>
          <a:solidFill>
            <a:srgbClr val="063A5E"/>
          </a:solidFill>
          <a:ln w="1016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148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HealingOrchestrator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2148840"/>
            <a:ext cx="2331720" cy="457200"/>
          </a:xfrm>
          <a:prstGeom prst="rect">
            <a:avLst/>
          </a:prstGeom>
          <a:solidFill>
            <a:srgbClr val="132338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2148840"/>
            <a:ext cx="457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Cache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Quick Rules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2322576"/>
            <a:ext cx="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322576"/>
            <a:ext cx="0" cy="54864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" y="2715768"/>
            <a:ext cx="2331720" cy="457200"/>
          </a:xfrm>
          <a:prstGeom prst="rect">
            <a:avLst/>
          </a:prstGeom>
          <a:solidFill>
            <a:srgbClr val="132338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715768"/>
            <a:ext cx="45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715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Embedding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(H2)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03020" y="2606040"/>
            <a:ext cx="0" cy="109728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" y="3273552"/>
            <a:ext cx="2331720" cy="457200"/>
          </a:xfrm>
          <a:prstGeom prst="rect">
            <a:avLst/>
          </a:prstGeom>
          <a:solidFill>
            <a:srgbClr val="132338"/>
          </a:solidFill>
          <a:ln w="1524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3273552"/>
            <a:ext cx="45720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2735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Healenium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03020" y="3172968"/>
            <a:ext cx="0" cy="100584"/>
          </a:xfrm>
          <a:prstGeom prst="line">
            <a:avLst/>
          </a:prstGeom>
          <a:noFill/>
          <a:ln w="12700">
            <a:solidFill>
              <a:srgbClr val="0096C7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37160" y="3822192"/>
            <a:ext cx="2331720" cy="457200"/>
          </a:xfrm>
          <a:prstGeom prst="rect">
            <a:avLst/>
          </a:prstGeom>
          <a:solidFill>
            <a:srgbClr val="13233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822192"/>
            <a:ext cx="457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8221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Advanced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Engine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03020" y="3730752"/>
            <a:ext cx="0" cy="914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37160" y="4370832"/>
            <a:ext cx="2331720" cy="457200"/>
          </a:xfrm>
          <a:prstGeom prst="rect">
            <a:avLst/>
          </a:prstGeom>
          <a:solidFill>
            <a:srgbClr val="132338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4370832"/>
            <a:ext cx="457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370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AI LLM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/ Copilot)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03020" y="4279392"/>
            <a:ext cx="0" cy="9144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solidFill>
            <a:srgbClr val="1A0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42976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70048" y="44622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snippet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JSON metadata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468880" y="4645152"/>
            <a:ext cx="1371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ysDot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17720" y="4599432"/>
            <a:ext cx="914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09160" y="4206240"/>
            <a:ext cx="2286000" cy="749808"/>
          </a:xfrm>
          <a:prstGeom prst="rect">
            <a:avLst/>
          </a:prstGeom>
          <a:solidFill>
            <a:srgbClr val="15082A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4024" y="422452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 CLI API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api.githubcopilot.com/v1/messages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64024" y="4572000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Gpt4.1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locator suggestions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178040" y="2212848"/>
            <a:ext cx="1920240" cy="438912"/>
          </a:xfrm>
          <a:prstGeom prst="rect">
            <a:avLst/>
          </a:prstGeom>
          <a:solidFill>
            <a:srgbClr val="13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8040" y="2212848"/>
            <a:ext cx="457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51192" y="22128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healing-cache.json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(L1 Cache Write-Back)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26480" y="2432304"/>
            <a:ext cx="1051560" cy="0"/>
          </a:xfrm>
          <a:prstGeom prst="line">
            <a:avLst/>
          </a:prstGeom>
          <a:noFill/>
          <a:ln w="10160">
            <a:solidFill>
              <a:srgbClr val="10B981"/>
            </a:solidFill>
            <a:prstDash val="sys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178040" y="2779776"/>
            <a:ext cx="1920240" cy="438912"/>
          </a:xfrm>
          <a:prstGeom prst="rect">
            <a:avLst/>
          </a:prstGeom>
          <a:solidFill>
            <a:srgbClr val="13233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2779776"/>
            <a:ext cx="457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51192" y="277977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Vector DB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 Store — L2)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6480" y="2999232"/>
            <a:ext cx="105156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ysDash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178040" y="3346704"/>
            <a:ext cx="1920240" cy="438912"/>
          </a:xfrm>
          <a:prstGeom prst="rect">
            <a:avLst/>
          </a:prstGeom>
          <a:solidFill>
            <a:srgbClr val="132338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78040" y="3346704"/>
            <a:ext cx="4572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51192" y="334670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(Relationship Intelligence — L6)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26480" y="3566160"/>
            <a:ext cx="1051560" cy="0"/>
          </a:xfrm>
          <a:prstGeom prst="line">
            <a:avLst/>
          </a:prstGeom>
          <a:noFill/>
          <a:ln w="10160">
            <a:solidFill>
              <a:srgbClr val="F97316"/>
            </a:solidFill>
            <a:prstDash val="sysDash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371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flow  ─────▶   Escalation  ╌╌╌▶   LLM path  ┈┈▶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178040" y="1691640"/>
            <a:ext cx="1920240" cy="411480"/>
          </a:xfrm>
          <a:prstGeom prst="rect">
            <a:avLst/>
          </a:prstGeom>
          <a:solidFill>
            <a:srgbClr val="0A1F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Healed Locator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Test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26480" y="2322576"/>
            <a:ext cx="105156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949440" y="3931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persistence layers update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successful heal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&amp; Business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framework — smarter with every test run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834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8346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DB Seeding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4173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driver.findElement() that succeeds (no healing) automatically seeds the embedding store.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65176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938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LocatorSeeder.seed(by)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saveEmbedding(value, type, vector)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locator-embeddings.mv.db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grows richer every run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72968" y="1051560"/>
            <a:ext cx="2834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51560"/>
            <a:ext cx="28346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0972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75888" y="1115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Write-Back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4173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heal writes to the JSON cache. Next failure resolved by L1 in ~50ms.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64408" y="1920240"/>
            <a:ext cx="265176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938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HealingCache.store(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originalType, originalValue,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healedLocator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healing-cache.json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264408" y="2331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repeated healing overhead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63056" y="1051560"/>
            <a:ext cx="28346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051560"/>
            <a:ext cx="28346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0972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65976" y="1115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141732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heal recorded as a directed relationship with confidence, timestamp, build version.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54496" y="1920240"/>
            <a:ext cx="265176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9385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(:Locator) -[:HEALED_TO]-&gt;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0.95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timestamp, build, seen_count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254496" y="23317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Hybrid Intelligence (L6)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3401568"/>
            <a:ext cx="87782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49300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38221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22192"/>
            <a:ext cx="16002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85876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0040" y="4279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Heal Rate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 5 AI LLM)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11680" y="38221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0" y="3822192"/>
            <a:ext cx="1600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85876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057400" y="4279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Resolution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 1 re-hit)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49040" y="38221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49040" y="3822192"/>
            <a:ext cx="1600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385876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Layers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794760" y="4279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Pipeline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0" y="38221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3822192"/>
            <a:ext cx="1600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385876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32120" y="4279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23760" y="3822192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23760" y="3822192"/>
            <a:ext cx="1600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85876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Mechs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269480" y="427939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Engine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805</Words>
  <Application>Microsoft Office PowerPoint</Application>
  <PresentationFormat>On-screen Show (16:9)</PresentationFormat>
  <Paragraphs>178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Self-Healing Automation Framework</dc:title>
  <dc:subject>PptxGenJS Presentation</dc:subject>
  <dc:creator>PptxGenJS</dc:creator>
  <cp:lastModifiedBy>Sachin Bhagwan(E)</cp:lastModifiedBy>
  <cp:revision>2</cp:revision>
  <dcterms:created xsi:type="dcterms:W3CDTF">2026-05-24T18:52:21Z</dcterms:created>
  <dcterms:modified xsi:type="dcterms:W3CDTF">2026-05-24T19:01:45Z</dcterms:modified>
</cp:coreProperties>
</file>